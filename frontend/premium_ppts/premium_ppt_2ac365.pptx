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000000"/>
                </a:solidFill>
              </a:defRPr>
            </a:pPr>
            <a:r>
              <a:t>Artificial Intelligence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Presented by PPT CREATOR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Created by B MARLIYA BANU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Overview of Artificial Intelligence in Healthcare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Why this matters today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Key objectives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What you'll 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What is Artificial?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Definition and core concepts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Historical background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Key components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Mind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MAIN CONCEPT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1188720" y="1371600"/>
            <a:ext cx="3154680" cy="1371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097280"/>
            <a:ext cx="1463040" cy="640080"/>
          </a:xfrm>
          <a:prstGeom prst="roundRect">
            <a:avLst/>
          </a:prstGeom>
          <a:solidFill>
            <a:srgbClr val="64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343400" y="1371600"/>
            <a:ext cx="2788920" cy="1371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0" y="1097280"/>
            <a:ext cx="1463040" cy="640080"/>
          </a:xfrm>
          <a:prstGeom prst="roundRect">
            <a:avLst/>
          </a:prstGeom>
          <a:solidFill>
            <a:srgbClr val="64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188720" y="2743200"/>
            <a:ext cx="3154680" cy="1371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840480"/>
            <a:ext cx="1463040" cy="640080"/>
          </a:xfrm>
          <a:prstGeom prst="roundRect">
            <a:avLst/>
          </a:prstGeom>
          <a:solidFill>
            <a:srgbClr val="64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743200"/>
            <a:ext cx="2788920" cy="1371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3840480"/>
            <a:ext cx="1463040" cy="640080"/>
          </a:xfrm>
          <a:prstGeom prst="roundRect">
            <a:avLst/>
          </a:prstGeom>
          <a:solidFill>
            <a:srgbClr val="64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560320" y="2743200"/>
            <a:ext cx="1783080" cy="2560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5029200"/>
            <a:ext cx="1463040" cy="640080"/>
          </a:xfrm>
          <a:prstGeom prst="roundRect">
            <a:avLst/>
          </a:prstGeom>
          <a:solidFill>
            <a:srgbClr val="64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EXAMPLES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43400" y="2743200"/>
            <a:ext cx="1417320" cy="2560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0" y="5029200"/>
            <a:ext cx="1463040" cy="640080"/>
          </a:xfrm>
          <a:prstGeom prst="roundRect">
            <a:avLst/>
          </a:prstGeom>
          <a:solidFill>
            <a:srgbClr val="64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Real-World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EXAMPLE 1</a:t>
            </a:r>
          </a:p>
          <a:p>
            <a:r>
              <a:t>Industry Leader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286000" cy="109728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EXAMPLE 2</a:t>
            </a:r>
          </a:p>
          <a:p>
            <a:r>
              <a:t>Business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2286000" cy="109728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EXAMPLE 3</a:t>
            </a:r>
          </a:p>
          <a:p>
            <a:r>
              <a:t>Startup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EXAMPLE 4</a:t>
            </a:r>
          </a:p>
          <a:p>
            <a:r>
              <a:t>Global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2286000" cy="109728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EXAMPLE 5</a:t>
            </a:r>
          </a:p>
          <a:p>
            <a:r>
              <a:t>Future Potential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2286000" cy="109728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EXAMPLE 6</a:t>
            </a:r>
          </a:p>
          <a:p>
            <a:r>
              <a:t>Best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KEY APPLICATIONS: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1. Healthcare &amp; Medical Diagnosis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2. Finance &amp; Banking Security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3. Education &amp; E-Learning Platforms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4. Manufacturing &amp; Supply Chain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5. Retail &amp; Customer Experience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6. Transportation &amp; Logistics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411480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✓ ADVANTAGES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High Efficiency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Cost Effective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User Friendly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Scalable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3657600" cy="411480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✗ DISADVANTAGES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High Initial Cost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Learning Curve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Maintenance Required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Integration Challenges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Disadvantages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411480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✓ ADVANTAGES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High Efficiency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Cost Effective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User Friendly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Scalable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3657600" cy="4114800"/>
          </a:xfrm>
          <a:prstGeom prst="roundRect">
            <a:avLst/>
          </a:prstGeom>
          <a:solidFill>
            <a:srgbClr val="C8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✗ DISADVANTAGES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High Initial Cost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Learning Curve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Maintenance Required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• Integration Challenges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Emerging technologies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Market predictions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Growth opportunities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Innovation potential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Summary of key points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Main takeaways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Call to action</a:t>
            </a:r>
          </a:p>
          <a:p>
            <a:pPr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