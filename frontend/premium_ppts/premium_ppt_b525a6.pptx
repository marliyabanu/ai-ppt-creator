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  <a:latin typeface="Arial"/>
              </a:defRPr>
            </a:pPr>
            <a:r>
              <a:t>ai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05050"/>
                </a:solidFill>
                <a:latin typeface="Calibri"/>
              </a:defRPr>
            </a:pPr>
            <a:r>
              <a:t>Created by B MARLIYA BANU</a:t>
            </a:r>
          </a:p>
          <a:p>
            <a:pPr algn="ctr">
              <a:defRPr sz="1800">
                <a:solidFill>
                  <a:srgbClr val="505050"/>
                </a:solidFill>
                <a:latin typeface="Calibri"/>
              </a:defRPr>
            </a:pPr>
            <a:r>
              <a:t>April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📌 Welcome to our presentation on ai future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Why ai future matters in today's world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Key objectives of this presentation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What you will learn from this session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How this topic impacts our daily lives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WHAT IS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📌 Artificial Intelligence simulates human intelligence in machines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Includes machine learning, deep learning, and neural networks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AI systems learn from data and improve over time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Can perform tasks like visual perception and speech recognition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Ranges from narrow AI to theoretical general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🤖 Machine Learning capabilities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🤖 Natural Language Processing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🤖 Computer Vision technology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🤖 Predictive Analytics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🤖 Autonomous decision 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MIND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2286000"/>
            <a:ext cx="2286000" cy="914400"/>
          </a:xfrm>
          <a:prstGeom prst="roundRect">
            <a:avLst/>
          </a:prstGeom>
          <a:solidFill>
            <a:srgbClr val="003366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MAIN</a:t>
            </a:r>
          </a:p>
          <a:p>
            <a:r>
              <a:t>CONCEPT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1188720" y="1508760"/>
            <a:ext cx="3154680" cy="123444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" y="1188720"/>
            <a:ext cx="1463040" cy="640080"/>
          </a:xfrm>
          <a:prstGeom prst="roundRect">
            <a:avLst/>
          </a:prstGeom>
          <a:solidFill>
            <a:srgbClr val="0070C0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DEFINITION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4343400" y="1508760"/>
            <a:ext cx="2788920" cy="123444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0" y="1188720"/>
            <a:ext cx="1463040" cy="640080"/>
          </a:xfrm>
          <a:prstGeom prst="roundRect">
            <a:avLst/>
          </a:prstGeom>
          <a:solidFill>
            <a:srgbClr val="0070C0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FEATURES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188720" y="2743200"/>
            <a:ext cx="3154680" cy="1508759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3931920"/>
            <a:ext cx="1463040" cy="640080"/>
          </a:xfrm>
          <a:prstGeom prst="roundRect">
            <a:avLst/>
          </a:prstGeom>
          <a:solidFill>
            <a:srgbClr val="0070C0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BENEFITS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43400" y="2743200"/>
            <a:ext cx="2788920" cy="1508759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0" y="3931920"/>
            <a:ext cx="1463040" cy="640080"/>
          </a:xfrm>
          <a:prstGeom prst="roundRect">
            <a:avLst/>
          </a:prstGeom>
          <a:solidFill>
            <a:srgbClr val="0070C0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APPLICATIONS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REAL-WORLD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📌 ChatGPT: Conversational AI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Self-driving cars by Tesla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Netflix recommendation engine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Siri and Alexa voice assistants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Google Search algorithms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ADVANTAGES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✅ 24/7 availability without breaks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✅ Faster data processing than humans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✅ Reduced human error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✅ Handles repetitive tasks efficiently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✅ Can analyze vast amounts of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DISADVANTAGES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⚠️ High implementation cost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⚠️ Potential job displacement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⚠️ Requires large amounts of data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⚠️ Privacy and security concerns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⚠️ Lack of emotional intelligence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Arial"/>
              </a:defRPr>
            </a:pPr>
            <a:r>
              <a:t>PROS VS CONS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41148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008000"/>
                </a:solidFill>
                <a:latin typeface="Calibri"/>
              </a:defRPr>
            </a:pPr>
            <a:r>
              <a:t>✓ PROS (ADVANTAGES)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High Efficiency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Cost Effective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User Friendly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Scalable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Secure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097280"/>
            <a:ext cx="3931920" cy="4114800"/>
          </a:xfrm>
          <a:prstGeom prst="roundRect">
            <a:avLst/>
          </a:prstGeom>
          <a:solidFill>
            <a:srgbClr val="FFDCDC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0000"/>
                </a:solidFill>
                <a:latin typeface="Calibri"/>
              </a:defRPr>
            </a:pPr>
            <a:r>
              <a:t>✗ CONS (DISADVANTAGES)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High Initial Cost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Learning Curve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Regular Maintenance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Integration Issues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Resource Intensive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KEY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🏥 Healthcare: Disease diagnosis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💰 Finance: Fraud detection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📚 Education: Personalized learning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🛍️ Retail: Customer recommendations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🚗 Transportation: Autonomous vehicles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FUTURE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🔮 TREND 1: Increased adoption across industries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🔮 TREND 2: Innovation in ai technology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🔮 TREND 3: Integration with emerging technologies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🔮 TREND 4: Global market expansion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🔮 TREND 5: Sustainable and ethical development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⭐ PRACTICE 1: Regular updates and maintenance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⭐ PRACTICE 2: Proper training and education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⭐ PRACTICE 3: Quality assurance and testing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⭐ PRACTICE 4: User feedback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⭐ PRACTICE 5: Continuous improvement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📋 PHASE 1: Planning &amp; Analysis (Month 1)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📋 PHASE 2: Design &amp; Development (Months 2-3)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📋 PHASE 3: Testing &amp; Quality Assurance (Month 4)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📋 PHASE 4: Deployment &amp; Training (Month 5)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📋 PHASE 5: Monitoring &amp; Optimization (Month 6+)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ROI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💰 Expected ROI: 150-200% within 2 years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💰 Break-even period: 12-18 months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💰 Cost savings: 30-40% annually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💰 Productivity gain: 50% increase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💰 Customer satisfaction: 40% improvement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📌 Summary of Key Points Discussed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Main Takeaways and Insights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Strategic Recommendations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Call to Action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Next Steps for Implementation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  <a:latin typeface="Arial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05050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