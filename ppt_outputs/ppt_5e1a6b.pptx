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Change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PPT Creator</a:t>
            </a:r>
          </a:p>
          <a:p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Change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Welcome to this presentation</a:t>
            </a:r>
          </a:p>
          <a:p>
            <a:pPr>
              <a:spcAft>
                <a:spcPts val="1000"/>
              </a:spcAft>
              <a:defRPr sz="2000"/>
            </a:pPr>
            <a:r>
              <a:t>Key topics covered</a:t>
            </a:r>
          </a:p>
          <a:p>
            <a:pPr>
              <a:spcAft>
                <a:spcPts val="1000"/>
              </a:spcAft>
              <a:defRPr sz="2000"/>
            </a:pPr>
            <a:r>
              <a:t>What you will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What is this about?</a:t>
            </a:r>
          </a:p>
          <a:p>
            <a:pPr>
              <a:spcAft>
                <a:spcPts val="1000"/>
              </a:spcAft>
              <a:defRPr sz="2000"/>
            </a:pPr>
            <a:r>
              <a:t>Why is it important?</a:t>
            </a:r>
          </a:p>
          <a:p>
            <a:pPr>
              <a:spcAft>
                <a:spcPts val="1000"/>
              </a:spcAft>
              <a:defRPr sz="2000"/>
            </a:pPr>
            <a:r>
              <a:t>What will we cover?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Concept 1 explained</a:t>
            </a:r>
          </a:p>
          <a:p>
            <a:pPr>
              <a:spcAft>
                <a:spcPts val="1000"/>
              </a:spcAft>
              <a:defRPr sz="2000"/>
            </a:pPr>
            <a:r>
              <a:t>Concept 2 explained</a:t>
            </a:r>
          </a:p>
          <a:p>
            <a:pPr>
              <a:spcAft>
                <a:spcPts val="1000"/>
              </a:spcAft>
              <a:defRPr sz="2000"/>
            </a:pPr>
            <a:r>
              <a:t>Concept 3 explained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Feature 1: Benefits</a:t>
            </a:r>
          </a:p>
          <a:p>
            <a:pPr>
              <a:spcAft>
                <a:spcPts val="1000"/>
              </a:spcAft>
              <a:defRPr sz="2000"/>
            </a:pPr>
            <a:r>
              <a:t>Feature 2: Advantages</a:t>
            </a:r>
          </a:p>
          <a:p>
            <a:pPr>
              <a:spcAft>
                <a:spcPts val="1000"/>
              </a:spcAft>
              <a:defRPr sz="2000"/>
            </a:pPr>
            <a:r>
              <a:t>Feature 3: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Real-world example 1</a:t>
            </a:r>
          </a:p>
          <a:p>
            <a:pPr>
              <a:spcAft>
                <a:spcPts val="1000"/>
              </a:spcAft>
              <a:defRPr sz="2000"/>
            </a:pPr>
            <a:r>
              <a:t>Real-world example 2</a:t>
            </a:r>
          </a:p>
          <a:p>
            <a:pPr>
              <a:spcAft>
                <a:spcPts val="1000"/>
              </a:spcAft>
              <a:defRPr sz="2000"/>
            </a:pPr>
            <a:r>
              <a:t>Real-world example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Benefit 1: Time saving</a:t>
            </a:r>
          </a:p>
          <a:p>
            <a:pPr>
              <a:spcAft>
                <a:spcPts val="1000"/>
              </a:spcAft>
              <a:defRPr sz="2000"/>
            </a:pPr>
            <a:r>
              <a:t>Benefit 2: Cost effective</a:t>
            </a:r>
          </a:p>
          <a:p>
            <a:pPr>
              <a:spcAft>
                <a:spcPts val="1000"/>
              </a:spcAft>
              <a:defRPr sz="2000"/>
            </a:pPr>
            <a:r>
              <a:t>Benefit 3: Easy to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Challenge 1 and solution</a:t>
            </a:r>
          </a:p>
          <a:p>
            <a:pPr>
              <a:spcAft>
                <a:spcPts val="1000"/>
              </a:spcAft>
              <a:defRPr sz="2000"/>
            </a:pPr>
            <a:r>
              <a:t>Challenge 2 and solution</a:t>
            </a:r>
          </a:p>
          <a:p>
            <a:pPr>
              <a:spcAft>
                <a:spcPts val="1000"/>
              </a:spcAft>
              <a:defRPr sz="2000"/>
            </a:pPr>
            <a:r>
              <a:t>Challenge 3 and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Practice 1: Do this</a:t>
            </a:r>
          </a:p>
          <a:p>
            <a:pPr>
              <a:spcAft>
                <a:spcPts val="1000"/>
              </a:spcAft>
              <a:defRPr sz="2000"/>
            </a:pPr>
            <a:r>
              <a:t>Practice 2: Avoid that</a:t>
            </a:r>
          </a:p>
          <a:p>
            <a:pPr>
              <a:spcAft>
                <a:spcPts val="1000"/>
              </a:spcAft>
              <a:defRPr sz="2000"/>
            </a:pPr>
            <a:r>
              <a:t>Practice 3: Remember this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Summary of key points</a:t>
            </a:r>
          </a:p>
          <a:p>
            <a:pPr>
              <a:spcAft>
                <a:spcPts val="1000"/>
              </a:spcAft>
              <a:defRPr sz="2000"/>
            </a:pPr>
            <a:r>
              <a:t>Main takeaways</a:t>
            </a:r>
          </a:p>
          <a:p>
            <a:pPr>
              <a:spcAft>
                <a:spcPts val="1000"/>
              </a:spcAft>
              <a:defRPr sz="2000"/>
            </a:pPr>
            <a:r>
              <a:t>Next steps to follow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Point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Important point to remember</a:t>
            </a:r>
          </a:p>
          <a:p>
            <a:pPr>
              <a:spcAft>
                <a:spcPts val="1000"/>
              </a:spcAft>
              <a:defRPr sz="2000"/>
            </a:pPr>
            <a:r>
              <a:t>Key takeaway here</a:t>
            </a:r>
          </a:p>
          <a:p>
            <a:pPr>
              <a:spcAft>
                <a:spcPts val="1000"/>
              </a:spcAft>
              <a:defRPr sz="2000"/>
            </a:pPr>
            <a:r>
              <a:t>Action item to consider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