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Artificial Intelligence (AI)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Created by B. THASLIN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Artificial Intelligence (AI) is the simulation of human intelligence in machines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Machines are designed to think, learn, and make decisions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AI is widely used in modern technology to make life easier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AI enables computers to perform tasks that require human intelligence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It helps in analyzing data and making decisions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Examples include speech recognition and problem-solving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AI concept was introduced by Alan Turing in 1950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First AI conference was held in 1956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AI grew rapidly in the 2000s due to data and computing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Narrow AI performs specific tasks like voice assistants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General AI aims for human-like intelligence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Super AI is a future concept beyond human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AI helps in early detection of diseases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Robots assist in surgeries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Provides personalized treatment 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</a:defRPr>
            </a:pPr>
            <a:r>
              <a:t>✓  Reduces human effort and saves time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</a:defRPr>
            </a:pPr>
            <a:r>
              <a:t>✓  Works continuously without breaks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</a:defRPr>
            </a:pPr>
            <a:r>
              <a:t>✓  Minimizes errors and improves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Disadvantages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</a:defRPr>
            </a:pPr>
            <a:r>
              <a:t>✓  High cost of development and maintenance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</a:defRPr>
            </a:pPr>
            <a:r>
              <a:t>✓  Leads to job loss due to automation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</a:defRPr>
            </a:pPr>
            <a:r>
              <a:t>✓  Lacks human creativity and emotions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DC143C"/>
                </a:solidFill>
              </a:defRPr>
            </a:pPr>
            <a:r>
              <a:t>⚠  Ethical issues in AI usage</a:t>
            </a:r>
          </a:p>
          <a:p>
            <a:pPr>
              <a:spcAft>
                <a:spcPts val="1200"/>
              </a:spcAft>
              <a:defRPr sz="3600">
                <a:solidFill>
                  <a:srgbClr val="DC143C"/>
                </a:solidFill>
              </a:defRPr>
            </a:pPr>
            <a:r>
              <a:t>⚠  Data privacy concerns</a:t>
            </a:r>
          </a:p>
          <a:p>
            <a:pPr>
              <a:spcAft>
                <a:spcPts val="1200"/>
              </a:spcAft>
              <a:defRPr sz="3600">
                <a:solidFill>
                  <a:srgbClr val="DC143C"/>
                </a:solidFill>
              </a:defRPr>
            </a:pPr>
            <a:r>
              <a:t>⚠  Bias in algorithm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AI will become more advanced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It will be used in all industries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Human-AI collaboration will improve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Virtual assistants like Siri and Alexa use AI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Platforms like Netflix give recommendations</a:t>
            </a:r>
          </a:p>
          <a:p>
            <a:pPr>
              <a:spcAft>
                <a:spcPts val="1200"/>
              </a:spcAft>
              <a:defRPr sz="3600">
                <a:solidFill>
                  <a:srgbClr val="323232"/>
                </a:solidFill>
              </a:defRPr>
            </a:pPr>
            <a:r>
              <a:t>•  Chatbots and search engines improve user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