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" y="2"/>
            <a:ext cx="8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Georgia"/>
              </a:defRPr>
            </a:pPr>
            <a:r>
              <a:t>Artificial Intelligence (AI)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3"/>
            <a:ext cx="8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Georgia"/>
              </a:defRPr>
            </a:pPr>
            <a:r>
              <a:t>Created by BANU</a:t>
            </a:r>
          </a:p>
          <a:p>
            <a:pPr algn="ctr">
              <a:defRPr sz="1800">
                <a:solidFill>
                  <a:srgbClr val="000000"/>
                </a:solidFill>
                <a:latin typeface="Georgia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Artificial Intelligence (AI) is the simulation of human intelligence in machines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Machines are designed to think, learn, and make decisions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AI is widely used in modern technology to make life easier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is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AI enables computers to perform tasks that require human intelligence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It helps in analyzing data and making decisions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Examples include speech recognition and problem-solving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Advantages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Reduces human effort and saves time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Works continuously without breaks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Minimizes errors and improves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 Disadvantages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High cost of development and maintenance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Leads to job loss due to automation</a:t>
            </a:r>
          </a:p>
          <a:p>
            <a:pPr>
              <a:spcAft>
                <a:spcPts val="1200"/>
              </a:spcAft>
              <a:defRPr sz="3600">
                <a:solidFill>
                  <a:srgbClr val="008000"/>
                </a:solidFill>
                <a:latin typeface="Georgia"/>
              </a:defRPr>
            </a:pPr>
            <a:r>
              <a:t>✓  Lacks human creativity and emotions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2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8" cy="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AI is transforming the world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It has both advantages and disadvantages</a:t>
            </a:r>
          </a:p>
          <a:p>
            <a:pPr>
              <a:spcAft>
                <a:spcPts val="1200"/>
              </a:spcAft>
              <a:defRPr sz="3600">
                <a:solidFill>
                  <a:srgbClr val="000000"/>
                </a:solidFill>
                <a:latin typeface="Georgia"/>
              </a:defRPr>
            </a:pPr>
            <a:r>
              <a:t>•  Responsible use of AI is important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