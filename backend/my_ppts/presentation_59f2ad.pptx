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232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" y="2"/>
            <a:ext cx="8" cy="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DC143C"/>
                </a:solidFill>
                <a:latin typeface="Verdana"/>
              </a:defRPr>
            </a:pPr>
            <a:r>
              <a:t>Artificial Intelligence (AI)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" y="3"/>
            <a:ext cx="8" cy="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DC143C"/>
                </a:solidFill>
                <a:latin typeface="Verdana"/>
              </a:defRPr>
            </a:pPr>
            <a:r>
              <a:t>Created by B. MARLIYA BANU</a:t>
            </a:r>
          </a:p>
          <a:p>
            <a:pPr algn="ctr">
              <a:defRPr sz="1800">
                <a:solidFill>
                  <a:srgbClr val="DC143C"/>
                </a:solidFill>
                <a:latin typeface="Verdana"/>
              </a:defRPr>
            </a:pPr>
            <a:r>
              <a:t>April 17,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232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9" cy="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DC143C"/>
                </a:solidFill>
                <a:latin typeface="Verdana"/>
              </a:defRPr>
            </a:pPr>
            <a:r>
              <a:t>Introduction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"/>
            <a:ext cx="2" cy="0"/>
          </a:xfrm>
          <a:prstGeom prst="rect">
            <a:avLst/>
          </a:prstGeom>
          <a:solidFill>
            <a:srgbClr val="DC1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"/>
            <a:ext cx="8" cy="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1200"/>
              </a:spcAft>
              <a:defRPr sz="3600">
                <a:solidFill>
                  <a:srgbClr val="DC143C"/>
                </a:solidFill>
                <a:latin typeface="Verdana"/>
              </a:defRPr>
            </a:pPr>
            <a:r>
              <a:t>•  Welcome to my presentation</a:t>
            </a:r>
          </a:p>
          <a:p>
            <a:pPr>
              <a:spcAft>
                <a:spcPts val="1200"/>
              </a:spcAft>
              <a:defRPr sz="3600">
                <a:solidFill>
                  <a:srgbClr val="DC143C"/>
                </a:solidFill>
                <a:latin typeface="Verdana"/>
              </a:defRPr>
            </a:pPr>
            <a:r>
              <a:t>•  Key topics to be covered</a:t>
            </a:r>
          </a:p>
          <a:p>
            <a:pPr>
              <a:spcAft>
                <a:spcPts val="1200"/>
              </a:spcAft>
              <a:defRPr sz="3600">
                <a:solidFill>
                  <a:srgbClr val="DC143C"/>
                </a:solidFill>
                <a:latin typeface="Verdana"/>
              </a:defRPr>
            </a:pPr>
            <a:r>
              <a:t>•  What you will learn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