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future of quantum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PPT Creator</a:t>
            </a:r>
          </a:p>
          <a:p>
            <a:r>
              <a:t>April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quantum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Welcome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Overview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Key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About the future of quantum computing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Background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Definition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Core Concepts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How it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Feature 1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Feature 2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Feature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Mind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Central Concept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Main Branches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Connections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Example 1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Example 2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Example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Benefit 1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Benefit 2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Benefit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Challenge 1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Challenge 2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Solutions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Summary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Takeaways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1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2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1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2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1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2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1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2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1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2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1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2</a:t>
            </a:r>
          </a:p>
          <a:p>
            <a:pPr>
              <a:spcAft>
                <a:spcPts val="1200"/>
              </a:spcAft>
              <a:defRPr sz="2400">
                <a:latin typeface="Arial"/>
              </a:defRPr>
            </a:pPr>
            <a:r>
              <a:t>Point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