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Climate Change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PPT Creator</a:t>
            </a:r>
          </a:p>
          <a:p>
            <a:r>
              <a:t>April 17, 2026</a:t>
            </a:r>
          </a:p>
          <a:p>
            <a:r>
              <a:t>Style: BOLD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Climate Change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Welcome to this presentation</a:t>
            </a:r>
          </a:p>
          <a:p>
            <a:pPr>
              <a:spcAft>
                <a:spcPts val="1200"/>
              </a:spcAft>
              <a:defRPr sz="2800"/>
            </a:pPr>
            <a:r>
              <a:t>Key insights and analysis</a:t>
            </a:r>
          </a:p>
          <a:p>
            <a:pPr>
              <a:spcAft>
                <a:spcPts val="1200"/>
              </a:spcAft>
              <a:defRPr sz="2800"/>
            </a:pPr>
            <a:r>
              <a:t>Strategic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Overview of Climate Change Solutions</a:t>
            </a:r>
          </a:p>
          <a:p>
            <a:pPr>
              <a:spcAft>
                <a:spcPts val="1200"/>
              </a:spcAft>
              <a:defRPr sz="2800"/>
            </a:pPr>
            <a:r>
              <a:t>Background and context</a:t>
            </a:r>
          </a:p>
          <a:p>
            <a:pPr>
              <a:spcAft>
                <a:spcPts val="1200"/>
              </a:spcAft>
              <a:defRPr sz="2800"/>
            </a:pPr>
            <a:r>
              <a:t>Why this matters today</a:t>
            </a:r>
          </a:p>
          <a:p>
            <a:pPr>
              <a:spcAft>
                <a:spcPts val="1200"/>
              </a:spcAft>
              <a:defRPr sz="2800"/>
            </a:pPr>
            <a:r>
              <a:t>Presentation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What is Climate?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Definition and core concepts</a:t>
            </a:r>
          </a:p>
          <a:p>
            <a:pPr>
              <a:spcAft>
                <a:spcPts val="1200"/>
              </a:spcAft>
              <a:defRPr sz="2800"/>
            </a:pPr>
            <a:r>
              <a:t>Key components</a:t>
            </a:r>
          </a:p>
          <a:p>
            <a:pPr>
              <a:spcAft>
                <a:spcPts val="1200"/>
              </a:spcAft>
              <a:defRPr sz="2800"/>
            </a:pPr>
            <a:r>
              <a:t>How it works</a:t>
            </a:r>
          </a:p>
          <a:p>
            <a:pPr>
              <a:spcAft>
                <a:spcPts val="1200"/>
              </a:spcAft>
              <a:defRPr sz="2800"/>
            </a:pPr>
            <a:r>
              <a:t>Main principles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Primary features and capabilities</a:t>
            </a:r>
          </a:p>
          <a:p>
            <a:pPr>
              <a:spcAft>
                <a:spcPts val="1200"/>
              </a:spcAft>
              <a:defRPr sz="2800"/>
            </a:pPr>
            <a:r>
              <a:t>Unique characteristics</a:t>
            </a:r>
          </a:p>
          <a:p>
            <a:pPr>
              <a:spcAft>
                <a:spcPts val="1200"/>
              </a:spcAft>
              <a:defRPr sz="2800"/>
            </a:pPr>
            <a:r>
              <a:t>Technical specifications</a:t>
            </a:r>
          </a:p>
          <a:p>
            <a:pPr>
              <a:spcAft>
                <a:spcPts val="1200"/>
              </a:spcAft>
              <a:defRPr sz="2800"/>
            </a:pPr>
            <a:r>
              <a:t>User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Mind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Central concept overview</a:t>
            </a:r>
          </a:p>
          <a:p>
            <a:pPr>
              <a:spcAft>
                <a:spcPts val="1200"/>
              </a:spcAft>
              <a:defRPr sz="2800"/>
            </a:pPr>
            <a:r>
              <a:t>Main branches</a:t>
            </a:r>
          </a:p>
          <a:p>
            <a:pPr>
              <a:spcAft>
                <a:spcPts val="1200"/>
              </a:spcAft>
              <a:defRPr sz="2800"/>
            </a:pPr>
            <a:r>
              <a:t>Sub-branches and connections</a:t>
            </a:r>
          </a:p>
          <a:p>
            <a:pPr>
              <a:spcAft>
                <a:spcPts val="1200"/>
              </a:spcAft>
              <a:defRPr sz="2800"/>
            </a:pPr>
            <a:r>
              <a:t>Visual representation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Example 1: Industry application</a:t>
            </a:r>
          </a:p>
          <a:p>
            <a:pPr>
              <a:spcAft>
                <a:spcPts val="1200"/>
              </a:spcAft>
              <a:defRPr sz="2800"/>
            </a:pPr>
            <a:r>
              <a:t>Example 2: Business success</a:t>
            </a:r>
          </a:p>
          <a:p>
            <a:pPr>
              <a:spcAft>
                <a:spcPts val="1200"/>
              </a:spcAft>
              <a:defRPr sz="2800"/>
            </a:pPr>
            <a:r>
              <a:t>Example 3: Innovative use case</a:t>
            </a:r>
          </a:p>
          <a:p>
            <a:pPr>
              <a:spcAft>
                <a:spcPts val="1200"/>
              </a:spcAft>
              <a:defRPr sz="2800"/>
            </a:pPr>
            <a:r>
              <a:t>Lessons learned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Benefit 1: Efficiency improvement</a:t>
            </a:r>
          </a:p>
          <a:p>
            <a:pPr>
              <a:spcAft>
                <a:spcPts val="1200"/>
              </a:spcAft>
              <a:defRPr sz="2800"/>
            </a:pPr>
            <a:r>
              <a:t>Benefit 2: Cost savings</a:t>
            </a:r>
          </a:p>
          <a:p>
            <a:pPr>
              <a:spcAft>
                <a:spcPts val="1200"/>
              </a:spcAft>
              <a:defRPr sz="2800"/>
            </a:pPr>
            <a:r>
              <a:t>Benefit 3: Scalability</a:t>
            </a:r>
          </a:p>
          <a:p>
            <a:pPr>
              <a:spcAft>
                <a:spcPts val="1200"/>
              </a:spcAft>
              <a:defRPr sz="2800"/>
            </a:pPr>
            <a:r>
              <a:t>Benefit 4: Competitive edge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Challenge 1: Implementation cost</a:t>
            </a:r>
          </a:p>
          <a:p>
            <a:pPr>
              <a:spcAft>
                <a:spcPts val="1200"/>
              </a:spcAft>
              <a:defRPr sz="2800"/>
            </a:pPr>
            <a:r>
              <a:t>Challenge 2: Learning curve</a:t>
            </a:r>
          </a:p>
          <a:p>
            <a:pPr>
              <a:spcAft>
                <a:spcPts val="1200"/>
              </a:spcAft>
              <a:defRPr sz="2800"/>
            </a:pPr>
            <a:r>
              <a:t>Challenge 3: Maintenance</a:t>
            </a:r>
          </a:p>
          <a:p>
            <a:pPr>
              <a:spcAft>
                <a:spcPts val="1200"/>
              </a:spcAft>
              <a:defRPr sz="2800"/>
            </a:pPr>
            <a:r>
              <a:t>Mitigation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Pros vs Cons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Balanced evaluation</a:t>
            </a:r>
          </a:p>
          <a:p>
            <a:pPr>
              <a:spcAft>
                <a:spcPts val="1200"/>
              </a:spcAft>
              <a:defRPr sz="2800"/>
            </a:pPr>
            <a:r>
              <a:t>Strengths assessment</a:t>
            </a:r>
          </a:p>
          <a:p>
            <a:pPr>
              <a:spcAft>
                <a:spcPts val="1200"/>
              </a:spcAft>
              <a:defRPr sz="2800"/>
            </a:pPr>
            <a:r>
              <a:t>Weaknesses assessment</a:t>
            </a:r>
          </a:p>
          <a:p>
            <a:pPr>
              <a:spcAft>
                <a:spcPts val="1200"/>
              </a:spcAft>
              <a:defRPr sz="2800"/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Step-by-step plan</a:t>
            </a:r>
          </a:p>
          <a:p>
            <a:pPr>
              <a:spcAft>
                <a:spcPts val="1200"/>
              </a:spcAft>
              <a:defRPr sz="2800"/>
            </a:pPr>
            <a:r>
              <a:t>Resource requirements</a:t>
            </a:r>
          </a:p>
          <a:p>
            <a:pPr>
              <a:spcAft>
                <a:spcPts val="1200"/>
              </a:spcAft>
              <a:defRPr sz="2800"/>
            </a:pPr>
            <a:r>
              <a:t>Timeline and milestones</a:t>
            </a:r>
          </a:p>
          <a:p>
            <a:pPr>
              <a:spcAft>
                <a:spcPts val="1200"/>
              </a:spcAft>
              <a:defRPr sz="2800"/>
            </a:pPr>
            <a:r>
              <a:t>Success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Industry standards</a:t>
            </a:r>
          </a:p>
          <a:p>
            <a:pPr>
              <a:spcAft>
                <a:spcPts val="1200"/>
              </a:spcAft>
              <a:defRPr sz="2800"/>
            </a:pPr>
            <a:r>
              <a:t>Expert recommendations</a:t>
            </a:r>
          </a:p>
          <a:p>
            <a:pPr>
              <a:spcAft>
                <a:spcPts val="1200"/>
              </a:spcAft>
              <a:defRPr sz="2800"/>
            </a:pPr>
            <a:r>
              <a:t>Common pitfalls to avoid</a:t>
            </a:r>
          </a:p>
          <a:p>
            <a:pPr>
              <a:spcAft>
                <a:spcPts val="1200"/>
              </a:spcAft>
              <a:defRPr sz="2800"/>
            </a:pPr>
            <a:r>
              <a:t>Success factors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Company background</a:t>
            </a:r>
          </a:p>
          <a:p>
            <a:pPr>
              <a:spcAft>
                <a:spcPts val="1200"/>
              </a:spcAft>
              <a:defRPr sz="2800"/>
            </a:pPr>
            <a:r>
              <a:t>Problem identification</a:t>
            </a:r>
          </a:p>
          <a:p>
            <a:pPr>
              <a:spcAft>
                <a:spcPts val="1200"/>
              </a:spcAft>
              <a:defRPr sz="2800"/>
            </a:pPr>
            <a:r>
              <a:t>Solution implemented</a:t>
            </a:r>
          </a:p>
          <a:p>
            <a:pPr>
              <a:spcAft>
                <a:spcPts val="1200"/>
              </a:spcAft>
              <a:defRPr sz="2800"/>
            </a:pPr>
            <a:r>
              <a:t>Results achieved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Emerging developments</a:t>
            </a:r>
          </a:p>
          <a:p>
            <a:pPr>
              <a:spcAft>
                <a:spcPts val="1200"/>
              </a:spcAft>
              <a:defRPr sz="2800"/>
            </a:pPr>
            <a:r>
              <a:t>Market predictions</a:t>
            </a:r>
          </a:p>
          <a:p>
            <a:pPr>
              <a:spcAft>
                <a:spcPts val="1200"/>
              </a:spcAft>
              <a:defRPr sz="2800"/>
            </a:pPr>
            <a:r>
              <a:t>Growth opportunities</a:t>
            </a:r>
          </a:p>
          <a:p>
            <a:pPr>
              <a:spcAft>
                <a:spcPts val="1200"/>
              </a:spcAft>
              <a:defRPr sz="2800"/>
            </a:pPr>
            <a:r>
              <a:t>Innovation potential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Immediate next steps</a:t>
            </a:r>
          </a:p>
          <a:p>
            <a:pPr>
              <a:spcAft>
                <a:spcPts val="1200"/>
              </a:spcAft>
              <a:defRPr sz="2800"/>
            </a:pPr>
            <a:r>
              <a:t>Short-term goals (0-3 months)</a:t>
            </a:r>
          </a:p>
          <a:p>
            <a:pPr>
              <a:spcAft>
                <a:spcPts val="1200"/>
              </a:spcAft>
              <a:defRPr sz="2800"/>
            </a:pPr>
            <a:r>
              <a:t>Medium-term goals (3-12 months)</a:t>
            </a:r>
          </a:p>
          <a:p>
            <a:pPr>
              <a:spcAft>
                <a:spcPts val="1200"/>
              </a:spcAft>
              <a:defRPr sz="2800"/>
            </a:pPr>
            <a:r>
              <a:t>Long-term vision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2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Summary of key points</a:t>
            </a:r>
          </a:p>
          <a:p>
            <a:pPr>
              <a:spcAft>
                <a:spcPts val="1200"/>
              </a:spcAft>
              <a:defRPr sz="2800"/>
            </a:pPr>
            <a:r>
              <a:t>Main takeaways</a:t>
            </a:r>
          </a:p>
          <a:p>
            <a:pPr>
              <a:spcAft>
                <a:spcPts val="1200"/>
              </a:spcAft>
              <a:defRPr sz="2800"/>
            </a:pPr>
            <a:r>
              <a:t>Final recommendations</a:t>
            </a:r>
          </a:p>
          <a:p>
            <a:pPr>
              <a:spcAft>
                <a:spcPts val="1200"/>
              </a:spcAft>
              <a:defRPr sz="2800"/>
            </a:pPr>
            <a:r>
              <a:t>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