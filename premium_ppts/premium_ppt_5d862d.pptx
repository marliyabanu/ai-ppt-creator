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latin typeface="Segoe UI"/>
              </a:defRPr>
            </a:pPr>
            <a:r>
              <a:t>Artificial Intelligence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Presented by PPT CREATOR</a:t>
            </a:r>
          </a:p>
          <a:p>
            <a:pPr>
              <a:defRPr sz="1800">
                <a:latin typeface="Calibri"/>
              </a:defRPr>
            </a:pPr>
            <a:r>
              <a:t>Created by B MARLIYA BANU</a:t>
            </a:r>
          </a:p>
          <a:p>
            <a:pPr>
              <a:defRPr sz="1800">
                <a:latin typeface="Calibri"/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Overview of Artificial Intelligence in Healthcare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Why this matters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objectives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What you'll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Definition and core concepts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Historical background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components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1</a:t>
            </a:r>
          </a:p>
          <a:p>
            <a:r>
              <a:t>Innovative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2</a:t>
            </a:r>
          </a:p>
          <a:p>
            <a:r>
              <a:t>User friendly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0972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3</a:t>
            </a:r>
          </a:p>
          <a:p>
            <a:r>
              <a:t>Cost effective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4</a:t>
            </a:r>
          </a:p>
          <a:p>
            <a:r>
              <a:t>Scalable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286000" cy="10972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5</a:t>
            </a:r>
          </a:p>
          <a:p>
            <a:r>
              <a:t>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2286000" cy="1097280"/>
          </a:xfrm>
          <a:prstGeom prst="round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FEATURE 6</a:t>
            </a:r>
          </a:p>
          <a:p>
            <a:r>
              <a:t>Reliable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Segoe UI"/>
              </a:defRPr>
            </a:pPr>
            <a:r>
              <a:t>Mind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0096FF"/>
          </a:solidFill>
          <a:ln>
            <a:solidFill>
              <a:srgbClr val="00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MAIN CONCEPT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188720" y="1645920"/>
            <a:ext cx="3154680" cy="109728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371600"/>
            <a:ext cx="1463040" cy="640080"/>
          </a:xfrm>
          <a:prstGeom prst="round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INTRODUCTION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343400" y="1645920"/>
            <a:ext cx="2788920" cy="109728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371600"/>
            <a:ext cx="1463040" cy="640080"/>
          </a:xfrm>
          <a:prstGeom prst="round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FEATURES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188720" y="2743200"/>
            <a:ext cx="3154680" cy="164592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4114800"/>
            <a:ext cx="1463040" cy="640080"/>
          </a:xfrm>
          <a:prstGeom prst="round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BENEFITS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743200"/>
            <a:ext cx="2788920" cy="164592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4114800"/>
            <a:ext cx="1463040" cy="640080"/>
          </a:xfrm>
          <a:prstGeom prst="roundRect">
            <a:avLst/>
          </a:prstGeom>
          <a:solidFill>
            <a:srgbClr val="00C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Example 1: Industry application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Example 2: Business success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Example 3: Innovative use 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Advantages vs Disadvantages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✓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0000"/>
                </a:solidFill>
              </a:defRPr>
            </a:pPr>
            <a:r>
              <a:t>✗ DISADVANTAGES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Benefit 1: Efficiency improvement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Benefit 2: Cost savings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Benefit 3: Competitive advantage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Benefit 4: Growth potential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Challenge 1: Implementation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Solution: Strategic planning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Challenge 2: Cost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Solution: Phased approach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Trend 1: Emerging technologies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Trend 2: Market growth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Trend 3: Innovation opportunities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Summary of key points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Main takeaways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Call to action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Insights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1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2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Key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