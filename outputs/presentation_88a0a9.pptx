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Artificial Intelligence (AI)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Created by B. THASLIN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Artificial Intelligence (AI) is the simulation of human intelligence in machines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Machines are designed to think, learn, and make decisions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AI is widely used in modern technology to make life easier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 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AI enables computers to perform tasks that require human intelligence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It helps in analyzing data and making decisions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Examples include speech recognition and problem-solving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AI concept was introduced by Alan Turing in 1950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First AI conference was held in 1956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AI grew rapidly in the 2000s due to data and computing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 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Narrow AI performs specific tasks like voice assistants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General AI aims for human-like intelligence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Super AI is a future concept beyond human capability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 How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AI uses algorithms and large amounts of data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Machine Learning helps systems learn from experience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323232"/>
                </a:solidFill>
              </a:defRPr>
            </a:pPr>
            <a:r>
              <a:t>•  Deep Learning uses neural networks for complex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Reduces human effort and saves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Works continuously without breaks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Minimizes errors and improves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Disadvantages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High cost of development and maintenance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Leads to job loss due to automation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008000"/>
                </a:solidFill>
              </a:defRPr>
            </a:pPr>
            <a:r>
              <a:t>✓  Lacks human creativity and emotion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DC143C"/>
                </a:solidFill>
              </a:defRPr>
            </a:pPr>
            <a:r>
              <a:t>⚠  Ethical issues in AI usage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DC143C"/>
                </a:solidFill>
              </a:defRPr>
            </a:pPr>
            <a:r>
              <a:t>⚠  Data privacy concerns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3200">
                <a:solidFill>
                  <a:srgbClr val="DC143C"/>
                </a:solidFill>
              </a:defRPr>
            </a:pPr>
            <a:r>
              <a:t>⚠  Bias in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