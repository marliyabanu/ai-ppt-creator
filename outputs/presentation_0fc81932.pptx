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Blockchain Technology and its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  <a:r>
              <a:t>Generated by AI PPT Creator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Blockchain Technology and its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A Comprehensive Overview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Insights &amp; Analysis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Strategic Recommendations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Introduction &amp;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introduction &amp; background in context of Blockchain Technology and its Applications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Market Analysis &amp;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market analysis &amp; trends in context of Blockchain Technology and its Applications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Key Challenges &amp;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key challenges &amp; opportunities in context of Blockchain Technology and its Applications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Strategic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strategic framework in context of Blockchain Technology and its Applications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implementation plan in context of Blockchain Technology and its Applications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Timeline &amp;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timeline &amp; milestones in context of Blockchain Technology and its Applications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Resource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resource requirements in context of Blockchain Technology and its Applications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risk assessment in context of Blockchain Technology and its Applications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performance metrics in context of Blockchain Technology and its Applications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Case Studies &amp;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case studies &amp; examples in context of Blockchain Technology and its Applications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best practices in context of Blockchain Technology and its Applications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Technology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technology &amp; tools in context of Blockchain Technology and its Applications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Team Structure &amp;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team structure &amp; roles in context of Blockchain Technology and its Applications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Budget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budget &amp; resources in context of Blockchain Technology and its Applications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ROI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roi analysis in context of Blockchain Technology and its Applications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Next Steps &amp; 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next steps &amp; action items in context of Blockchain Technology and its Applications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Conclusion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conclusion &amp; key takeaways in context of Blockchain Technology and its Applications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Q&amp;A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q&amp;a session in context of Blockchain Technology and its Applications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5200" b="1">
                <a:solidFill>
                  <a:srgbClr val="000000"/>
                </a:solidFill>
                <a:latin typeface="Impact"/>
              </a:defRPr>
            </a:pPr>
            <a:r>
              <a:t>References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800">
                <a:solidFill>
                  <a:srgbClr val="000000"/>
                </a:solidFill>
                <a:latin typeface="Impact"/>
              </a:defRPr>
            </a:pP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Overview of references &amp; resources in context of Blockchain Technology and its Applications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Key considerations for successful implementation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Best practices and industry standards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Expected outcomes and measurable benefits</a:t>
            </a:r>
          </a:p>
          <a:p>
            <a:pPr algn="l">
              <a:spcAft>
                <a:spcPts val="1200"/>
              </a:spcAft>
              <a:defRPr sz="2800">
                <a:solidFill>
                  <a:srgbClr val="000000"/>
                </a:solidFill>
                <a:latin typeface="Impact"/>
              </a:defRPr>
            </a:pPr>
            <a:r>
              <a:t>Recommendations for moving forward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