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The Future of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The 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introduction &amp; background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market analysis &amp; trends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key challenges &amp; opportunities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strategic framework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implementation plan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timeline &amp; milestones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resource requirements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risk assessment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performance metrics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Case Studies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case studies &amp; examples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best practices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technology &amp; tools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Team Structure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team structure &amp; roles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Budget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solidFill>
                  <a:srgbClr val="141414"/>
                </a:solidFill>
                <a:latin typeface="Helvetica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Overview of budget &amp; resources in context of The Future of Artificial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000">
                <a:solidFill>
                  <a:srgbClr val="141414"/>
                </a:solidFill>
                <a:latin typeface="Helvetica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