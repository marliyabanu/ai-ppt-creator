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The Impact of Climate Change on Global Economy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  <a:r>
              <a:t>Generated by AI PPT Creator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The Impact of Climate Change on Global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A Comprehensive Overview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Insights &amp; Analysis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Strategic Recommendations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introduction &amp; background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Market Analysis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market analysis &amp; trends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Key Challenges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key challenges &amp; opportunities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Strategic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strategic framework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implementation plan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Timeline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timeline &amp; milestones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resource requirements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risk assessment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performance metrics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Case Studies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case studies &amp; examples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best practices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Technology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technology &amp; tools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Team Structure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200">
                <a:solidFill>
                  <a:srgbClr val="1E1E1E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Overview of team structure &amp; roles in context of The Impact of Climate Change on Global Economy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200">
                <a:solidFill>
                  <a:srgbClr val="1E1E1E"/>
                </a:solidFill>
                <a:latin typeface="Calibri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