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How to Save Our Planet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  <a:r>
              <a:t>Generated by AI PPT Creator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How to Save Our Planet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A Comprehensive Overview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Insights &amp; Analysis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Strategic Recommendations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Executive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Introduction &amp;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introduction &amp; background in context of How to Save Our Planet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Market Analysis &amp;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market analysis &amp; trends in context of How to Save Our Planet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Key Challenges &amp;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key challenges &amp; opportunities in context of How to Save Our Planet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Strategic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strategic framework in context of How to Save Our Planet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implementation plan in context of How to Save Our Planet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Timeline &amp;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timeline &amp; milestones in context of How to Save Our Planet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Resource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resource requirements in context of How to Save Our Planet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risk assessment in context of How to Save Our Planet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performance metrics in context of How to Save Our Planet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Case Studies &amp;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case studies &amp; examples in context of How to Save Our Planet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best practices in context of How to Save Our Planet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Technology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technology &amp; tools in context of How to Save Our Planet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Team Structure &amp;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team structure &amp; roles in context of How to Save Our Planet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Budget &amp;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budget &amp; resources in context of How to Save Our Planet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ROI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roi analysis in context of How to Save Our Planet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Next Steps &amp; 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next steps &amp; action items in context of How to Save Our Planet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Conclusion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conclusion &amp; key takeaways in context of How to Save Our Planet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Q&amp;A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q&amp;a session in context of How to Save Our Planet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References &amp;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references &amp; resources in context of How to Save Our Planet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